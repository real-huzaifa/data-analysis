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E75B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5B9BD5">
              <a:alpha val="2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5B9BD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CAPSTONE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E-Commerce Business 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 Story: Key Findings &amp; Recommendations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Qwetrum Technologies - Data Analytsis Internship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Business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performance across all 10,000 orders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7985" y="1554480"/>
            <a:ext cx="1836420" cy="16459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effectLst>
            <a:outerShdw blurRad="762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874520"/>
            <a:ext cx="213969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$9.40M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7330" y="2606040"/>
            <a:ext cx="213969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05050" y="1554480"/>
            <a:ext cx="1788795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effectLst>
            <a:outerShdw blurRad="762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0458" y="1874520"/>
            <a:ext cx="213969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$3.56M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15058" y="2606040"/>
            <a:ext cx="213969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63615" y="1554480"/>
            <a:ext cx="183896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effectLst>
            <a:outerShdw blurRad="762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72226" y="1874520"/>
            <a:ext cx="213969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79211" y="2606040"/>
            <a:ext cx="213969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4810" y="1554480"/>
            <a:ext cx="18618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effectLst>
            <a:outerShdw blurRad="762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82509" y="1874520"/>
            <a:ext cx="213969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$939.52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907274" y="2606040"/>
            <a:ext cx="213969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73945" y="1554480"/>
            <a:ext cx="1748790" cy="16459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effectLst>
            <a:outerShdw blurRad="762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91192" y="1874520"/>
            <a:ext cx="213969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12.24%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804527" y="2606040"/>
            <a:ext cx="213969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110642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short:  </a:t>
            </a: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business is doing well and making a healthy profit. The one number to keep an eye on is the </a:t>
            </a:r>
            <a:r>
              <a:rPr lang="en-US" sz="17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12.24% return rate</a:t>
            </a: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the biggest chance to win back money we are currently losing.</a:t>
            </a:r>
            <a:endParaRPr lang="en-US" sz="1700" dirty="0"/>
          </a:p>
        </p:txBody>
      </p:sp>
      <p:sp>
        <p:nvSpPr>
          <p:cNvPr id="21" name="Shape 11"/>
          <p:cNvSpPr/>
          <p:nvPr/>
        </p:nvSpPr>
        <p:spPr>
          <a:xfrm>
            <a:off x="4166870" y="1554480"/>
            <a:ext cx="1823085" cy="16459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effectLst>
            <a:outerShdw blurRad="762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24" name="Text 9"/>
          <p:cNvSpPr/>
          <p:nvPr/>
        </p:nvSpPr>
        <p:spPr>
          <a:xfrm>
            <a:off x="3995801" y="1874520"/>
            <a:ext cx="213969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$6.94M</a:t>
            </a:r>
            <a:endParaRPr lang="en-US" sz="2800" dirty="0"/>
          </a:p>
        </p:txBody>
      </p:sp>
      <p:sp>
        <p:nvSpPr>
          <p:cNvPr id="25" name="Text 10"/>
          <p:cNvSpPr/>
          <p:nvPr/>
        </p:nvSpPr>
        <p:spPr>
          <a:xfrm>
            <a:off x="4054856" y="2606040"/>
            <a:ext cx="213969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Completed Revenue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Spends the Most per Order?</a:t>
            </a:r>
            <a:endParaRPr lang="en-US" sz="3000" dirty="0"/>
          </a:p>
        </p:txBody>
      </p:sp>
      <p:pic>
        <p:nvPicPr>
          <p:cNvPr id="3" name="Image 0" descr="/mnt/user-data/outputs/slide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58368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6640" y="146304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011680"/>
            <a:ext cx="4297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type of customer spends about the same amount on each order, between $929 and $963.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Corporate customers spend a little more than the others, but the difference is small.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everyone spends a similar amount per order, we will grow by getting more orders, not by making each order bigger.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Discounts Drive Sales?</a:t>
            </a:r>
            <a:endParaRPr lang="en-US" sz="3000" dirty="0"/>
          </a:p>
        </p:txBody>
      </p:sp>
      <p:pic>
        <p:nvPicPr>
          <p:cNvPr id="3" name="Image 0" descr="/mnt/user-data/outputs/slide_colum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58368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6640" y="146304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011680"/>
            <a:ext cx="4297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of our sales — $5.9 million — come from orders bought at full price, with no discount at all.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bigger the discount, the less money those orders bring in.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good news: customers are happy to buy at full price, so the business does not depend on discounts to make sales.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Are We Trending Over Time?</a:t>
            </a:r>
            <a:endParaRPr lang="en-US" sz="3000" dirty="0"/>
          </a:p>
        </p:txBody>
      </p:sp>
      <p:pic>
        <p:nvPicPr>
          <p:cNvPr id="3" name="Image 0" descr="/mnt/user-data/outputs/slide_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58368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6640" y="146304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011680"/>
            <a:ext cx="4297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and profit both grew from 2023 to 2024, then stayed at about the same level into 2025.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rises and falls in step with sales, which means the business keeps a steady share of each dollar it earns.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is steady and easy to plan around, but it is not growing on its own — we will need to make growth happen.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Are Customers Loyal or One-Time?</a:t>
            </a:r>
            <a:endParaRPr lang="en-US" sz="3000" dirty="0"/>
          </a:p>
        </p:txBody>
      </p:sp>
      <p:pic>
        <p:nvPicPr>
          <p:cNvPr id="3" name="Image 0" descr="/mnt/user-data/outputs/slide_don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48640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46304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49440" y="2011680"/>
            <a:ext cx="466344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of our customers come back and buy more than once, rather than buying a single time and leaving.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Frequent and occasional shoppers make up the large majority, while one-time buyers are only a small share.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Keeping customers coming back is one of our biggest strengths, so looking after these loyal shoppers should be a top priority.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Key Anomaly: Returns Cluster by Category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A3050"/>
          </a:solidFill>
        </p:spPr>
      </p:sp>
      <p:sp>
        <p:nvSpPr>
          <p:cNvPr id="4" name="Text 2"/>
          <p:cNvSpPr/>
          <p:nvPr/>
        </p:nvSpPr>
        <p:spPr>
          <a:xfrm>
            <a:off x="868680" y="173736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9BD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statistically proven pattern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66344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ran a statistical test to check whether some categories really do get returned more often than others. The test confirmed they do, and that this pattern is real rather than chance.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DCE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Clothing and Electronics are returned about 16 out of every 100 orders — nearly twice as often as Books and Office Supplies, at around 9 out of 100.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 clear, real problem we can act on — not random bad luck.</a:t>
            </a:r>
            <a:endParaRPr lang="en-US" sz="1500" dirty="0"/>
          </a:p>
        </p:txBody>
      </p:sp>
      <p:pic>
        <p:nvPicPr>
          <p:cNvPr id="6" name="Image 0" descr="/mnt/user-data/outputs/chart_retur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54480"/>
            <a:ext cx="548640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66344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1 in 4 orders is cancelled or returned — the biggest chance to win back lost sales.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to focus for the biggest impact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F1"/>
          </a:solidFill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2E75B6"/>
          </a:solidFill>
        </p:spPr>
      </p:sp>
      <p:sp>
        <p:nvSpPr>
          <p:cNvPr id="6" name="Text 4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9692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Cut returns where they cluster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176272"/>
            <a:ext cx="9692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dirty="0"/>
              <a:t>Focus on Clothing and Electronics, which get returned the most. For Clothing, add better size guides and clearer product photos; for Electronics, improve the product details and quality checks.</a:t>
            </a:r>
            <a:endParaRPr lang="en-US" alt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F1"/>
          </a:solidFill>
        </p:spPr>
      </p:sp>
      <p:sp>
        <p:nvSpPr>
          <p:cNvPr id="10" name="Shape 8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2E75B6"/>
          </a:solidFill>
        </p:spPr>
      </p:sp>
      <p:sp>
        <p:nvSpPr>
          <p:cNvPr id="11" name="Text 9"/>
          <p:cNvSpPr/>
          <p:nvPr/>
        </p:nvSpPr>
        <p:spPr>
          <a:xfrm>
            <a:off x="822960" y="3429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246120"/>
            <a:ext cx="9692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Protect the core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91640" y="3685032"/>
            <a:ext cx="9692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dirty="0"/>
              <a:t>Electronics brings in the most money, so keep it strong. Most of our sales come from everyday Consumer shoppers, so reward them with loyalty offers to keep them coming back.</a:t>
            </a:r>
            <a:endParaRPr lang="en-US" alt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F1"/>
          </a:solidFill>
        </p:spPr>
      </p:sp>
      <p:sp>
        <p:nvSpPr>
          <p:cNvPr id="15" name="Shape 13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2E75B6"/>
          </a:solidFill>
        </p:spPr>
      </p:sp>
      <p:sp>
        <p:nvSpPr>
          <p:cNvPr id="16" name="Text 14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754880"/>
            <a:ext cx="9692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Convert more orders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5193792"/>
            <a:ext cx="96926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400" dirty="0"/>
              <a:t>About 1 in 4 orders is cancelled or returned. Finding out why, and fixing even part of it, would bring in more money without needing a single new customer.</a:t>
            </a:r>
            <a:endParaRPr lang="en-US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WPS Presentation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Arial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Analytics — Data Story</dc:title>
  <dc:creator>Data Analyst Intern</dc:creator>
  <dc:subject>PptxGenJS Presentation</dc:subject>
  <cp:lastModifiedBy>Dell</cp:lastModifiedBy>
  <cp:revision>2</cp:revision>
  <dcterms:created xsi:type="dcterms:W3CDTF">2026-06-26T13:44:00Z</dcterms:created>
  <dcterms:modified xsi:type="dcterms:W3CDTF">2026-06-26T14:09:56Z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6FEE56442DFB4F0299BDF62F21B976AA_12</vt:lpwstr>
  </property>
</Properties>
</file>